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78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01  •  SQL SERVER + GIT/GITHUB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9335" y="2063931"/>
            <a:ext cx="109728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52323" y="2697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LABORATORIO 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94806" y="355449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93C5FD"/>
                </a:solidFill>
              </a:rPr>
              <a:t>SQL Server + Git/GitHub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94806" y="4141859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Creación, modificación y gestión de una base de datos académica con control de versiones.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4806" y="4948023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Alex Vidal Torres Mori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Código: 76215129 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Fecha:  26/09/2026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09560" y="3429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BD_ACADEMICO_TORRES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564951" y="3017521"/>
            <a:ext cx="4114800" cy="1371600"/>
          </a:xfrm>
          <a:prstGeom prst="roundRect">
            <a:avLst/>
          </a:prstGeom>
          <a:solidFill>
            <a:srgbClr val="172554">
              <a:alpha val="95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F7EEEC-B1D2-0AC1-49FD-572A334A2B0B}"/>
              </a:ext>
            </a:extLst>
          </p:cNvPr>
          <p:cNvSpPr/>
          <p:nvPr/>
        </p:nvSpPr>
        <p:spPr>
          <a:xfrm>
            <a:off x="2758168" y="148068"/>
            <a:ext cx="6941358" cy="46458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UNIVERSIDAD NACIONAL DE SAN MARTIN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7053541-898E-99F0-9121-9E41205AA552}"/>
              </a:ext>
            </a:extLst>
          </p:cNvPr>
          <p:cNvSpPr/>
          <p:nvPr/>
        </p:nvSpPr>
        <p:spPr>
          <a:xfrm>
            <a:off x="3402691" y="822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FACULTAD DE INGENIERIA DE SISTEMAS E INFORMATICA</a:t>
            </a:r>
            <a:endParaRPr lang="en-US" sz="2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C5156D1-E32F-245F-FCCB-6C770E46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127" y="-24291"/>
            <a:ext cx="1531406" cy="1531406"/>
          </a:xfrm>
          <a:prstGeom prst="rect">
            <a:avLst/>
          </a:prstGeom>
        </p:spPr>
      </p:pic>
      <p:pic>
        <p:nvPicPr>
          <p:cNvPr id="15" name="Imagen 14" descr="File:Escudo de la UNSM.png">
            <a:extLst>
              <a:ext uri="{FF2B5EF4-FFF2-40B4-BE49-F238E27FC236}">
                <a16:creationId xmlns:a16="http://schemas.microsoft.com/office/drawing/2014/main" id="{B61E1FC7-2260-F5E8-FB00-C28169C1A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23" y="38252"/>
            <a:ext cx="1388244" cy="1638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1. Base de datos y tablas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29516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Estructura principal del sistema académico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4840" y="1408176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BD_ACADEMICO_TORRES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8006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Se creó una base de datos académica en SQL Server.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Tablas principales: ESTUDIANTE, DOCENTE y CURSO.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Cada tabla utiliza una clave primaria autoincrementable.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4937760" cy="1325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04672" y="4526280"/>
            <a:ext cx="4608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BD_ACADEMICO_TORRES;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ESTUDIANTE (...);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DOCENTE (...);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CURSO (...);</a:t>
            </a:r>
            <a:endParaRPr lang="en-US" sz="1200" dirty="0"/>
          </a:p>
        </p:txBody>
      </p:sp>
      <p:pic>
        <p:nvPicPr>
          <p:cNvPr id="9" name="Image 0" descr="/mnt/data/image(20260926-21413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325880"/>
            <a:ext cx="566928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2. IDENTITY(1,1) y ALTER 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Automatización de IDs y ampliación de la estructura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120640" cy="685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04672" y="1508760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id_estudiante INT IDENTITY(1,1) PRIMARY KEY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0292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IDENTITY(1,1) inicia en 1 y aumenta automáticamente de uno en uno.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No es necesario escribir manualmente el ID al insertar registros.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ALTER TABLE permitió agregar campos nuevos sin recrear las tablas.</a:t>
            </a:r>
            <a:endParaRPr lang="en-US" sz="1600" dirty="0"/>
          </a:p>
        </p:txBody>
      </p:sp>
      <p:pic>
        <p:nvPicPr>
          <p:cNvPr id="7" name="Image 0" descr="/mnt/data/image(20260926-21374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25880"/>
            <a:ext cx="544068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3. ALTER 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Control del ciclo de vida de cada registro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1581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68880" y="15819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Fecha y hora de creación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modificado_el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2450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Última modificación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" y="3319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borrado_el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3319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Momento del borrado lógico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68680" y="41879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4187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1 = activo  •  0 = inactivo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5166360" cy="1828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45352" y="1554480"/>
            <a:ext cx="4837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creado_el DATETIME2 DEFAULT SYSDATETIME()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modificado_el DATETIME2 NULL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borrado_el DATETIME2 NULL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BIT DEFAULT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Estos campos permiten saber cuándo se creó, modificó o desactivó un registro.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4. INSERT INTO y verificación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Carga inicial de estudiantes, docentes y cursos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8404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8 estudiantes insertados.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5 docentes insertados.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6 cursos insertados.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Los SELECT permiten comprobar que los datos quedaron registrados correctamente.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4023360" cy="1234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04672" y="429768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ESTUDIANTE 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(...);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ESTUDIANTE;</a:t>
            </a:r>
            <a:endParaRPr lang="en-US" sz="1200" dirty="0"/>
          </a:p>
        </p:txBody>
      </p:sp>
      <p:pic>
        <p:nvPicPr>
          <p:cNvPr id="7" name="Image 0" descr="/mnt/data/image(20260926-21433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520" y="914400"/>
            <a:ext cx="6629400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5. UPDATE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Modificación controlada de información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02336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Se actualizó el correo de un estudiante.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Se cambió la especialidad de un docente.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Se modificaron las horas semanales de un curso.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En cada cambio se registró modificado_el = SYSDATETIME().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4297680" cy="1371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04672" y="4480560"/>
            <a:ext cx="3968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ESTUDIANTE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correo = 'ana.perez.nuevo@correo.com',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modificado_el = SYSDATETIME()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id_estudiante = 1;</a:t>
            </a:r>
            <a:endParaRPr lang="en-US" sz="1200" dirty="0"/>
          </a:p>
        </p:txBody>
      </p:sp>
      <p:pic>
        <p:nvPicPr>
          <p:cNvPr id="7" name="Image 0" descr="/mnt/data/image(20260926-2146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325880"/>
            <a:ext cx="617220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6. Borrado lógico vs. borrado físico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Dos formas distintas de retirar información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</a:rPr>
              <a:t>BORRADO LÓGICO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UPDATE mantiene el registro, pero cambia estado = 0 y registra borrado_el. La información se conserva.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4924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C2626"/>
                </a:solidFill>
              </a:rPr>
              <a:t>BORRADO FÍSICO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DELETE elimina el registro de la tabla. Después del DELETE, el SELECT del ID eliminado no devuelve filas.</a:t>
            </a:r>
            <a:endParaRPr lang="en-US" sz="1500" dirty="0"/>
          </a:p>
        </p:txBody>
      </p:sp>
      <p:pic>
        <p:nvPicPr>
          <p:cNvPr id="10" name="Image 0" descr="/mnt/data/image(20260926-21483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5257800" cy="2057400"/>
          </a:xfrm>
          <a:prstGeom prst="rect">
            <a:avLst/>
          </a:prstGeom>
        </p:spPr>
      </p:pic>
      <p:pic>
        <p:nvPicPr>
          <p:cNvPr id="11" name="Image 1" descr="/mnt/data/image(20260926-2150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657600"/>
            <a:ext cx="5257800" cy="2057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7. Git y GitHub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Control de versiones y trabajo en una rama personal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49808" y="1399032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alumno/torres-mori-Alex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967718"/>
            <a:ext cx="4069080" cy="16213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El trabajo se realizó en una rama personal, sin modificar directamente main.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Los cambios del SQL, README y evidencias se registraron mediante commits.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git status confirma que el árbol de trabajo está limpio y sincronizado con origin.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4069080" cy="960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04672" y="4800600"/>
            <a:ext cx="3739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pic>
        <p:nvPicPr>
          <p:cNvPr id="9" name="Image 0" descr="/mnt/data/image(20260926-22512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325880"/>
            <a:ext cx="6537960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508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8. Resultado final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Resumen del Laboratorio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32688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SQL Server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48840" y="15270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Base de datos y 3 tablas creadas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32688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Auditoría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2459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Campos de creación, modificación, borrado y estado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32688" y="34015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Operaciones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33924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INSERT, UPDATE, borrado lógico, DELETE y SELECT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169664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32688" y="4334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Git/GitHub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48840" y="4325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Rama personal, commits y sincronización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12064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379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Conclusiones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3660" y="1929306"/>
            <a:ext cx="45262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IDENTITY(1,1) simplifica la generación de claves primarias.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El borrado lógico conserva información y facilita la trazabilidad.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Los campos de auditoría permiten seguir el ciclo de vida de los registros.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Git y GitHub permiten registrar y respaldar el avance del laboratorio.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Laboratorio completado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619</Words>
  <Application>Microsoft Office PowerPoint</Application>
  <PresentationFormat>Panorámica</PresentationFormat>
  <Paragraphs>110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01 – SQL Server + Git/GitHub</dc:title>
  <dc:subject>Laboratorio 01 SQL Server + Git/GitHub</dc:subject>
  <dc:creator>Alex Vidal Torres Mori</dc:creator>
  <cp:lastModifiedBy>Alex Torres Mori</cp:lastModifiedBy>
  <cp:revision>2</cp:revision>
  <dcterms:created xsi:type="dcterms:W3CDTF">2026-09-26T23:00:02Z</dcterms:created>
  <dcterms:modified xsi:type="dcterms:W3CDTF">2026-09-26T23:17:36Z</dcterms:modified>
</cp:coreProperties>
</file>
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0A3A3F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731520"/>
            <a:ext cx="4023360" cy="4023360"/>
          </a:xfrm>
          <a:prstGeom prst="ellipse">
            <a:avLst/>
          </a:prstGeom>
          <a:solidFill>
            <a:srgbClr val="0F4A50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91440"/>
            <a:ext cx="2377440" cy="2377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594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82296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0A3A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822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Académica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· diseño, carga y control de registros con auditoría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BD_ACADEMICO_TAPULLIMA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Tapullima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26/09/2026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BD_ACADEMICO_TAPULLIMA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LA BASE DE DATOS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DATABASE y USE como punto de partida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2677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21408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BD_ACADEMICO_TAPULLIMA se crea con una sola sentencia CREATE DATABASE.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304495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98648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activa esa base para que los siguientes comandos trabajen dentro de ella.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38221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75888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confirma la ejecución sin errores en el panel de mensajes.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6309360" cy="1828800"/>
          </a:xfrm>
          <a:prstGeom prst="roundRect">
            <a:avLst>
              <a:gd name="adj" fmla="val 6000"/>
            </a:avLst>
          </a:prstGeom>
          <a:solidFill>
            <a:srgbClr val="062A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754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BD_ACADEMICO_TAPULLIMA;   GO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BD_ACADEMICO_TAPULLIMA;   GO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1143000"/>
            <a:ext cx="4709160" cy="2766223"/>
          </a:xfrm>
          <a:prstGeom prst="roundRect">
            <a:avLst>
              <a:gd name="adj" fmla="val 2314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pic>
        <p:nvPicPr>
          <p:cNvPr id="15" name="Image 0" descr="/mnt/user-data/uploads/01_base_da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280160"/>
            <a:ext cx="4434840" cy="249190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040880" y="4000663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SSMS · CREATE DATABASE ejecutado sin errores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BD_ACADEMICO_TAPULLIMA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LAS TABLAS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ESTUDIANTE, DOCENTE y CURSO, cada una con su propia clave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F2F9F8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23042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221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ESTUDIANTE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5328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dni, nombres, apellidos, fecha_nacimiento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81528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F2F9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32369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46557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dni, nombres, apellidos, profesion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14216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F2F9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" y="41696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087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3982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nombre_curso, ciclo, horas_semanales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08406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identificador de cada tabla nace como INT IDENTITY(1,1) PRIMARY KEY.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1143000"/>
            <a:ext cx="4709160" cy="2600610"/>
          </a:xfrm>
          <a:prstGeom prst="roundRect">
            <a:avLst>
              <a:gd name="adj" fmla="val 2461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pic>
        <p:nvPicPr>
          <p:cNvPr id="20" name="Image 0" descr="/mnt/user-data/uploads/02_tab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280160"/>
            <a:ext cx="4434840" cy="232629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040880" y="383505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SSMS · Tablas ESTUDIANTE, DOCENTE y CURSO creadas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BD_ACADEMICO_TAPULLIMA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IDENTIFICADORES AUTOMÁTICOS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IDENTITY(1,1) asigna y aumenta las claves sin intervención manual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4505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0428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diseñador de tablas confirma la especificación de identidad activada.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32278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815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incremento y el valor inicial quedan fijados en 1.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4005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587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escribir el ID al insertar: SQL Server lo calcula solo.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6400800" cy="1005840"/>
          </a:xfrm>
          <a:prstGeom prst="roundRect">
            <a:avLst>
              <a:gd name="adj" fmla="val 10909"/>
            </a:avLst>
          </a:prstGeom>
          <a:solidFill>
            <a:srgbClr val="062A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5120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id_estudiante INT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(1,1) PRIMARY KEY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1143000"/>
            <a:ext cx="4709160" cy="2616830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pic>
        <p:nvPicPr>
          <p:cNvPr id="15" name="Image 0" descr="/mnt/user-data/uploads/03_campos_ident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280160"/>
            <a:ext cx="4434840" cy="234251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040880" y="385127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 de tablas · Especificación de identidad activa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BD_ACADEMICO_TAPULLIMA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CON ALTER TABLE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columnas que documentan la vida de cada registro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2F9F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creado_el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hora del alta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2F9F8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21031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modificado_el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actualización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9202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2F9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21031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borrado_el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Instante de la baja lógica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0" y="19202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2F9F8"/>
          </a:solidFill>
          <a:ln/>
        </p:spPr>
      </p:sp>
      <p:sp>
        <p:nvSpPr>
          <p:cNvPr id="19" name="Shape 17"/>
          <p:cNvSpPr/>
          <p:nvPr/>
        </p:nvSpPr>
        <p:spPr>
          <a:xfrm>
            <a:off x="8869680" y="21031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968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activo · 0 = inactivo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6492240" cy="2286000"/>
          </a:xfrm>
          <a:prstGeom prst="roundRect">
            <a:avLst>
              <a:gd name="adj" fmla="val 4800"/>
            </a:avLst>
          </a:prstGeom>
          <a:solidFill>
            <a:srgbClr val="062A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8404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correo VARCHAR(120),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creado_el DATETIME2 DEFAULT SYSDATETIME(),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modificado_el DATETIME2 NULL,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borrado_el DATETIME2 NULL,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estado BIT DEFAULT 1;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78040" y="3611880"/>
            <a:ext cx="4572000" cy="2286000"/>
          </a:xfrm>
          <a:prstGeom prst="roundRect">
            <a:avLst>
              <a:gd name="adj" fmla="val 4000"/>
            </a:avLst>
          </a:prstGeom>
          <a:solidFill>
            <a:srgbClr val="0A3A3F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384048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patrón de auditoría se repite en DOCENTE (con especialidad) y en CURSO (con creditos).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BD_ACADEMICO_TAPULLIMA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DATOS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 inicial de las tres tablas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0A3A3F"/>
          </a:solidFill>
          <a:ln w="12700">
            <a:solidFill>
              <a:srgbClr val="0F4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06040" y="192024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0A3A3F"/>
          </a:solidFill>
          <a:ln w="12700">
            <a:solidFill>
              <a:srgbClr val="0F4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20116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606040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0A3A3F"/>
          </a:solidFill>
          <a:ln w="12700">
            <a:solidFill>
              <a:srgbClr val="0F4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0116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INSERT INTO cargan la información base de estudiantes, docentes y cursos.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queda con creado_el registrado y estado = 1 desde el primer momento.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40880" y="1143000"/>
            <a:ext cx="4709160" cy="2620052"/>
          </a:xfrm>
          <a:prstGeom prst="roundRect">
            <a:avLst>
              <a:gd name="adj" fmla="val 2443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pic>
        <p:nvPicPr>
          <p:cNvPr id="17" name="Image 0" descr="/mnt/user-data/uploads/04_datos_inserta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280160"/>
            <a:ext cx="4434840" cy="23457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040880" y="385449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filas insertadas en las tres tablas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BD_ACADEMICO_TAPULLIMA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REGISTROS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Cambios puntuales con UPDATE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2219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75688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correo de Carlos Ramirez se actualizó a su cuenta institucional.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52928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especialidad del primer docente cambió a Administración de Base de Datos.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7764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30168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curso pasó de 5 a 6 horas semanales.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5537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07408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modificado_el guarda el instante exacto de cada cambio.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6309360" cy="1234440"/>
          </a:xfrm>
          <a:prstGeom prst="roundRect">
            <a:avLst>
              <a:gd name="adj" fmla="val 8889"/>
            </a:avLst>
          </a:prstGeom>
          <a:solidFill>
            <a:srgbClr val="062A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53492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correo='carlos.ramirez@unsm.edu.pe' WHERE id_estudiante=1;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0" y="1143000"/>
            <a:ext cx="4709160" cy="2623282"/>
          </a:xfrm>
          <a:prstGeom prst="roundRect">
            <a:avLst>
              <a:gd name="adj" fmla="val 2440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pic>
        <p:nvPicPr>
          <p:cNvPr id="17" name="Image 0" descr="/mnt/user-data/uploads/05_upd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280160"/>
            <a:ext cx="4434840" cy="234896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040880" y="385772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UPDATE aplicado y verificado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BD_ACADEMICO_TAPULLIMA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 LÓGICO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registro se queda, pero se marca como inactivo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6309360" cy="502920"/>
          </a:xfrm>
          <a:prstGeom prst="roundRect">
            <a:avLst>
              <a:gd name="adj" fmla="val 50909"/>
            </a:avLst>
          </a:prstGeom>
          <a:solidFill>
            <a:srgbClr val="F2F9F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CONSERVA LA INFORMACIÓN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62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15768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desactivó al estudiante con id 7 (Jorge Salazar) y al docente con id 5 (Jose Salazar).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6393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93008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pasa a 0 y borrado_el guarda la fecha de baja.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41655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70248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demás registros siguen con estado = 1.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6309360" cy="1234440"/>
          </a:xfrm>
          <a:prstGeom prst="roundRect">
            <a:avLst>
              <a:gd name="adj" fmla="val 8889"/>
            </a:avLst>
          </a:prstGeom>
          <a:solidFill>
            <a:srgbClr val="062A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53492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estado=0, borrado_el=SYSDATETIME() WHERE id_estudiante=7;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0" y="1143000"/>
            <a:ext cx="4709160" cy="2613617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pic>
        <p:nvPicPr>
          <p:cNvPr id="17" name="Image 0" descr="/mnt/user-data/uploads/06_borrado_log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280160"/>
            <a:ext cx="4434840" cy="233929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040880" y="3848057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estado = 0 tras el borrado lógico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BD_ACADEMICO_TAPULLIMA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 FÍSICO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elimina el registro por completo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6309360" cy="502920"/>
          </a:xfrm>
          <a:prstGeom prst="roundRect">
            <a:avLst>
              <a:gd name="adj" fmla="val 50909"/>
            </a:avLst>
          </a:prstGeom>
          <a:solidFill>
            <a:srgbClr val="6B1F1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QUEDA RASTRO DEL REGISTRO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62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15768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con id 8 (Rosa Paredes) se eliminó físicamente de la tabla.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6393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93008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el DELETE, un SELECT por ese id ya no devuelve filas.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6309360" cy="1188720"/>
          </a:xfrm>
          <a:prstGeom prst="roundRect">
            <a:avLst>
              <a:gd name="adj" fmla="val 9231"/>
            </a:avLst>
          </a:prstGeom>
          <a:solidFill>
            <a:srgbClr val="062A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7548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 WHERE id_estudiante = 8;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 WHERE id_estudiante = 8;  -- 0 filas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1143000"/>
            <a:ext cx="4709160" cy="2612014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pic>
        <p:nvPicPr>
          <p:cNvPr id="15" name="Image 0" descr="/mnt/user-data/uploads/07-del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280160"/>
            <a:ext cx="4434840" cy="233769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040880" y="384645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verificación tras el DELETE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BD_ACADEMICO_TAPULLIMA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GITHUB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 de avances en una rama personal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alumno/tapullima-frank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2770632"/>
            <a:ext cx="0" cy="384048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4414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1: creación de base de datos y tablas con IDENTITY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676656" y="3410712"/>
            <a:ext cx="0" cy="384048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0815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2: campos adicionales y auditoría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" y="4050792"/>
            <a:ext cx="0" cy="384048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7216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3: inserción y verificación de datos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36168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4: actualización y eliminación de registros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5166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· git log --oneline --decorate -5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76956" y="5458968"/>
            <a:ext cx="6035040" cy="958872"/>
          </a:xfrm>
          <a:prstGeom prst="roundRect">
            <a:avLst>
              <a:gd name="adj" fmla="val 6675"/>
            </a:avLst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pic>
        <p:nvPicPr>
          <p:cNvPr id="21" name="Image 0" descr="/mnt/user-data/uploads/08_historial_comm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6684" y="5568696"/>
            <a:ext cx="5815584" cy="73941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BD_ACADEMICO_TAPULLIMA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del Laboratorio 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0A3A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tablas con IDENTITY(1,1) como clave primaria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0A3A3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creado_el, modificado_el, borrado_el y estado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0A3A3F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Git/GitHub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commits en la rama alumno/tapullima-frank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130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IDENTITY(1,1) automatiza la generación de claves primarias en las tres tablas.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97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de auditoría permiten reconstruir el historial de cada registro.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919472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8231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borrado lógico conserva la información; el borrado físico la elimina en definitiva.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404104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6694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GitHub documentan cada avance del laboratorio con su propio commit.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66160" y="5806440"/>
            <a:ext cx="5029200" cy="54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5806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5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COMPLETADO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01  ·  BD_ACADEMICO_TAPULLIMA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2026-09-27T03:20:26Z</dcterms:created>
  <dcterms:modified xsi:type="dcterms:W3CDTF">2026-09-27T03:20:26Z</dcterms:modified>
</cp:coreProperties>
</file>
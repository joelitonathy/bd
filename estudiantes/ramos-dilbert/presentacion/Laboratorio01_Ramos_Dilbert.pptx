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51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Académica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diseño, carga y control de registros con auditoría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E212F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29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BD_ACADEMICO_RAMOS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Dilbert Amir Ramos </a:t>
            </a:r>
            <a:r>
              <a:rPr lang="en-US" sz="1400" b="1" dirty="0" err="1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Alarcón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26/09/2026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418320" y="822960"/>
            <a:ext cx="2377440" cy="2377440"/>
          </a:xfrm>
          <a:prstGeom prst="ellipse">
            <a:avLst/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0" y="1737360"/>
            <a:ext cx="1554480" cy="1554480"/>
          </a:xfrm>
          <a:prstGeom prst="ellipse">
            <a:avLst/>
          </a:prstGeom>
          <a:solidFill>
            <a:srgbClr val="241B0E"/>
          </a:solidFill>
          <a:ln/>
        </p:spPr>
      </p:sp>
      <p:sp>
        <p:nvSpPr>
          <p:cNvPr id="10" name="Shape 8"/>
          <p:cNvSpPr/>
          <p:nvPr/>
        </p:nvSpPr>
        <p:spPr>
          <a:xfrm>
            <a:off x="10287000" y="2377440"/>
            <a:ext cx="914400" cy="91440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2870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778240" y="3657600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5680" y="4023360"/>
            <a:ext cx="320040" cy="3200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Creación de la base de datos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y USE como punto de partida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BD_ACADEMICO_RAMOS se crea con una sola sentencia CREATE DATABASE.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activa esa base para que los siguientes comandos trabajen dentro de ella.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confirma la ejecución sin errores en el panel de mensajes.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5029200" cy="1691640"/>
          </a:xfrm>
          <a:prstGeom prst="roundRect">
            <a:avLst>
              <a:gd name="adj" fmla="val 5405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480060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BD_ACADEMICO_RAMOS;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BD_ACADEMICO_RAMOS;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0" name="Image 0" descr="/home/claude/deck2/img/01_Base_Datos_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174"/>
            <a:ext cx="5404104" cy="337721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Creación de las tablas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ESTUDIANTE, DOCENTE y CURSO, cada una con su propia clave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tabla se crea de forma independiente con su lista de columnas.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guarda dni, nombres, apellidos y fecha_nacimiento.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de cada tabla nace como INT IDENTITY(1,1) PRIMARY KEY.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029200" cy="1600200"/>
          </a:xfrm>
          <a:prstGeom prst="roundRect">
            <a:avLst>
              <a:gd name="adj" fmla="val 5714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489204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ESTUDIANTE 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id_estudiante INT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(1,1)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dni VARCHAR(8),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0" name="Image 0" descr="/home/claude/deck2/img/02_Tablas_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174"/>
            <a:ext cx="5404104" cy="337721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Identificadores automáticos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IDENTITY(1,1) asigna y aumenta las claves sin intervención manual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diseñador de tablas confirma la especificación de identidad activada.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incremento y el valor inicial quedan fijados en 1.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escribir el ID al insertar: SQL Server lo calcula solo.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4526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id_estudiante INT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(1,1)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0" name="Image 0" descr="/home/claude/deck2/img/03_Campos_Identity_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174"/>
            <a:ext cx="5404104" cy="337721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con ALTER TABLE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columnas que documentan la vida de cada registro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212080" cy="621792"/>
          </a:xfrm>
          <a:prstGeom prst="roundRect">
            <a:avLst>
              <a:gd name="adj" fmla="val 13235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5544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creado_el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55448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del alta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313432"/>
            <a:ext cx="5212080" cy="621792"/>
          </a:xfrm>
          <a:prstGeom prst="roundRect">
            <a:avLst>
              <a:gd name="adj" fmla="val 13235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31343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modificado_el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31343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actualización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072384"/>
            <a:ext cx="5212080" cy="621792"/>
          </a:xfrm>
          <a:prstGeom prst="roundRect">
            <a:avLst>
              <a:gd name="adj" fmla="val 13235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0723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borrado_el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07238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Instante de la baja lógica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5212080" cy="621792"/>
          </a:xfrm>
          <a:prstGeom prst="roundRect">
            <a:avLst>
              <a:gd name="adj" fmla="val 13235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83133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83133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activo  ·  0 = inactivo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37960" y="17373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ESTUDIANTE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correo VARCHAR(120),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creado_el DATETIME2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SYSDATETIME(),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modificado_el DATETIME2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borrado_el DATETIME2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estado BIT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1;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7033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de auditoría se repite en DOCENTE (con especialidad) y en CURSO (con creditos).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de datos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inicial de las tres tablas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463040" cy="1051560"/>
          </a:xfrm>
          <a:prstGeom prst="roundRect">
            <a:avLst>
              <a:gd name="adj" fmla="val 7826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58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1600200"/>
            <a:ext cx="1463040" cy="1051560"/>
          </a:xfrm>
          <a:prstGeom prst="roundRect">
            <a:avLst>
              <a:gd name="adj" fmla="val 7826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645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258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1600200"/>
            <a:ext cx="1463040" cy="1051560"/>
          </a:xfrm>
          <a:prstGeom prst="roundRect">
            <a:avLst>
              <a:gd name="adj" fmla="val 7826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1645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258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9260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INSERT INTO cargan la información base de estudiantes, docentes y cursos.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queda con creado_el registrado y estado = 1 desde el primer momento.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7" name="Image 0" descr="/home/claude/deck2/img/04_Datos_Insertado_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174"/>
            <a:ext cx="5404104" cy="337721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Actualización de registros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puntuales con UPDATE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de Andrea Fernández se actualizó a su cuenta institucional.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especialidad del primer docente cambió a Machine Learning.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curso pasó de 5 a 6 horas semanales.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modificado_el guarda el instante exacto de cada cambio.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50292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ESTUDIANTE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correo =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'andrea.fernandez@unsm.edu.pe',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modificado_el = SYSDATETIME()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id_estudiante = 1;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0" name="Image 0" descr="/home/claude/deck2/img/05_Update_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174"/>
            <a:ext cx="5404104" cy="337721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Borrado lógico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se queda, pero se marca como inactivo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00200"/>
            <a:ext cx="5029200" cy="2743200"/>
          </a:xfrm>
          <a:prstGeom prst="roundRect">
            <a:avLst>
              <a:gd name="adj" fmla="val 3000"/>
            </a:avLst>
          </a:prstGeom>
          <a:ln w="15875">
            <a:solidFill>
              <a:srgbClr val="4ADE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 LA INFORMACIÓN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860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desactivó al estudiante con id 7 y al docente con id 5.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pasa a 0 y borrado_el guarda la fecha de baja.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registros siguen con estado = 1.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47091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ESTUDIANTE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estado = 0,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borrado_el = SYSDATETIME(),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modificado_el = SYSDATETIME()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id_estudiante = 7;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3" name="Image 0" descr="/home/claude/deck2/img/06_Borrado_Logico_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174"/>
            <a:ext cx="5404104" cy="337721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Borrado físico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elimina el registro por completo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00200"/>
            <a:ext cx="5029200" cy="1828800"/>
          </a:xfrm>
          <a:prstGeom prst="roundRect">
            <a:avLst>
              <a:gd name="adj" fmla="val 4500"/>
            </a:avLst>
          </a:prstGeom>
          <a:ln w="15875">
            <a:solidFill>
              <a:srgbClr val="F871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RASTRO DEL REGISTRO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402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con id 8 se eliminó físicamente de la tabla.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DELETE, un SELECT por ese id ya no devuelve filas.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3840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ESTUDIANTE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id_estudiante = 8;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0B0C1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50292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ESTUDIANTE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id_estudiante = 8;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-- 0 filas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5" name="Image 0" descr="/home/claude/deck2/img/07_Delete_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174"/>
            <a:ext cx="5404104" cy="337721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y GitHub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avances en una rama personal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1E212F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alumno/ramos-dilbert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laboratorio quedó registrado en cuatro commits, uno por avance.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muestra el historial completo de la rama.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confirma que la rama local está sincronizada con origin.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0515600" cy="2011680"/>
          </a:xfrm>
          <a:prstGeom prst="roundRect">
            <a:avLst>
              <a:gd name="adj" fmla="val 3636"/>
            </a:avLst>
          </a:prstGeom>
          <a:solidFill>
            <a:srgbClr val="0A0A10"/>
          </a:solidFill>
          <a:ln w="12700">
            <a:solidFill>
              <a:srgbClr val="2C3044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0" name="Image 0" descr="/home/claude/deck2/img/08_Historial_Commit_p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82114"/>
            <a:ext cx="10296144" cy="176849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final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Laboratorio 01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7465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112264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tablas con IDENTITY(1,1) como clave primaria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1728" y="17465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112264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creado_el, modificado_el, borrado_el y estado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17465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Git/GitHub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112264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commits en la rama alumno/ramos-dilbert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10515600" cy="2331720"/>
          </a:xfrm>
          <a:prstGeom prst="roundRect">
            <a:avLst>
              <a:gd name="adj" fmla="val 3529"/>
            </a:avLst>
          </a:prstGeom>
          <a:solidFill>
            <a:srgbClr val="1E212F"/>
          </a:solidFill>
          <a:ln w="12700">
            <a:solidFill>
              <a:srgbClr val="2C30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86200"/>
            <a:ext cx="9966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IDENTITY(1,1) automatiza la generación de claves primarias en las tres tablas.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de auditoría permiten reconstruir el historial de cada registro.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borrado lógico conserva la información; el borrado físico la elimina en definitiva.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 documentan cada avance del laboratorio con su propio commit.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01 COMPLETADO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BD_ACADEMICO_RAMOS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888</Words>
  <Application>Microsoft Office PowerPoint</Application>
  <PresentationFormat>Panorámica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Dilbert</dc:creator>
  <cp:lastModifiedBy>Dilbert</cp:lastModifiedBy>
  <cp:revision>2</cp:revision>
  <dcterms:created xsi:type="dcterms:W3CDTF">2026-09-27T02:56:38Z</dcterms:created>
  <dcterms:modified xsi:type="dcterms:W3CDTF">2026-09-27T03:00:07Z</dcterms:modified>
</cp:coreProperties>
</file>
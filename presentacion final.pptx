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LABORATORIO N.° 01</a:t>
            </a:r>
          </a:p>
          <a:p>
            <a:pPr>
              <a:defRPr sz="3000">
                <a:solidFill>
                  <a:srgbClr val="B9D7F0"/>
                </a:solidFill>
              </a:defRPr>
            </a:pPr>
            <a:r>
              <a:t>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Base de datos académica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BD_ACADEMICO_ESCALANTE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Estudiante: César Antony Escalante Silva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1. Propósito y caso práctico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92332"/>
                </a:solidFill>
              </a:defRPr>
            </a:pPr>
            <a:r>
              <a:t>El laboratorio refuerza el uso de SQL Server mediante la creación y modificación de una base de datos académica.</a:t>
            </a:r>
          </a:p>
          <a:p>
            <a:pPr>
              <a:spcAft>
                <a:spcPts val="1000"/>
              </a:spcAft>
              <a:defRPr sz="2000" b="0">
                <a:solidFill>
                  <a:srgbClr val="192332"/>
                </a:solidFill>
              </a:defRPr>
            </a:pPr>
            <a:r>
              <a:t>Se trabajan CREATE DATABASE, CREATE TABLE, ALTER TABLE, INSERT INTO, UPDATE, DELETE y SELECT.</a:t>
            </a:r>
          </a:p>
          <a:p>
            <a:pPr>
              <a:spcAft>
                <a:spcPts val="1000"/>
              </a:spcAft>
              <a:defRPr sz="2000" b="0">
                <a:solidFill>
                  <a:srgbClr val="192332"/>
                </a:solidFill>
              </a:defRPr>
            </a:pPr>
            <a:r>
              <a:t>También se incorporan campos autoincrementables, auditoría, borrado lógico y trabajo con Git/GitHub.</a:t>
            </a:r>
          </a:p>
          <a:p>
            <a:pPr>
              <a:spcAft>
                <a:spcPts val="1000"/>
              </a:spcAft>
              <a:defRPr sz="2000" b="0">
                <a:solidFill>
                  <a:srgbClr val="192332"/>
                </a:solidFill>
              </a:defRPr>
            </a:pPr>
            <a:r>
              <a:t>El caso práctico gestiona información básica de una institución educativa.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2. Creación de la base de datos y tablas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424160" cy="338328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91639"/>
            <a:ext cx="9966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CREATE DATABASE BD_ACADEMICO_ESCALANTE;</a:t>
            </a:r>
            <a:br/>
            <a:r>
              <a:t>GO</a:t>
            </a:r>
            <a:br/>
            <a:br/>
            <a:r>
              <a:t>USE BD_ACADEMICO_ESCALANTE;</a:t>
            </a:r>
            <a:br/>
            <a:r>
              <a:t>GO</a:t>
            </a:r>
            <a:br/>
            <a:br/>
            <a:r>
              <a:t>CREATE TABLE ESTUDIANTE (...);</a:t>
            </a:r>
            <a:br/>
            <a:r>
              <a:t>CREATE TABLE DOCENTE (...);</a:t>
            </a:r>
            <a:br/>
            <a:r>
              <a:t>CREATE TABLE CURSO (...);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Se crean tres tablas principales: ESTUDIANTE, DOCENTE y CURSO.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Cada tabla utiliza un identificador principal autoincrementable.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3. Uso de IDENTITY(1,1)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424160" cy="228600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91639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id_estudiante INT IDENTITY(1,1) PRIMARY KEY</a:t>
            </a:r>
            <a:br/>
            <a:r>
              <a:t>id_docente    INT IDENTITY(1,1) PRIMARY KEY</a:t>
            </a:r>
            <a:br/>
            <a:r>
              <a:t>id_curso      INT IDENTITY(1,1) PRIMARY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El primer registro comienza en 1.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Cada nuevo registro aumenta automáticamente en 1.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El ID no se escribe manualmente durante los INSERT.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Esto permite tener identificadores únicos y autogenerados.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4. ALTER TABLE y campos de auditoría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424160" cy="246888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9966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ALTER TABLE ESTUDIANTE</a:t>
            </a:r>
            <a:br/>
            <a:r>
              <a:t>ADD creado_el DATETIME2 DEFAULT SYSDATETIME(),</a:t>
            </a:r>
            <a:br/>
            <a:r>
              <a:t>    modificado_el DATETIME2 NULL,</a:t>
            </a:r>
            <a:br/>
            <a:r>
              <a:t>    borrado_el DATETIME2 NULL,</a:t>
            </a:r>
            <a:br/>
            <a:r>
              <a:t>    estado BIT DEFAULT 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ALTER TABLE permite agregar campos después de crear la tabla.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creado_el: fecha y hora de creación.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modificado_el: última modificación.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borrado_el: fecha de eliminación lógica.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estado: 1 = activo; 0 = inactivo/eliminado.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5. Inserción y verificación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424160" cy="338328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9966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INSERT INTO ESTUDIANTE</a:t>
            </a:r>
            <a:br/>
            <a:r>
              <a:t>(dni, nombres, apellidos, fecha_nacimiento, correo)</a:t>
            </a:r>
            <a:br/>
            <a:r>
              <a:t>VALUES</a:t>
            </a:r>
            <a:br/>
            <a:r>
              <a:t>('74251638', 'Ana Lucia', 'Perez Rojas',</a:t>
            </a:r>
            <a:br/>
            <a:r>
              <a:t> '2005-02-14', 'ana.perez@correo.com');</a:t>
            </a:r>
            <a:br/>
            <a:br/>
            <a:r>
              <a:t>SELECT * FROM ESTUDIANTE;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Se insertan como mínimo 8 estudiantes, 5 docentes y 6 cursos.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Los campos IDENTITY no se incluyen en los INSERT.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Los SELECT permiten comprobar los datos registrados.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6. UPDATE y modificación de registros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424160" cy="347472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996696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UPDATE ESTUDIANTE</a:t>
            </a:r>
            <a:br/>
            <a:r>
              <a:t>SET correo = 'nuevo.correo@correo.com',</a:t>
            </a:r>
            <a:br/>
            <a:r>
              <a:t>    modificado_el = SYSDATETIME()</a:t>
            </a:r>
            <a:br/>
            <a:r>
              <a:t>WHERE id_estudiante = 1;</a:t>
            </a:r>
            <a:br/>
            <a:br/>
            <a:r>
              <a:t>UPDATE DOCENTE</a:t>
            </a:r>
            <a:br/>
            <a:r>
              <a:t>SET especialidad = 'Ingenieria de Software',</a:t>
            </a:r>
            <a:br/>
            <a:r>
              <a:t>    modificado_el = SYSDATETIME()</a:t>
            </a:r>
            <a:br/>
            <a:r>
              <a:t>WHERE id_docente = 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192332"/>
                </a:solidFill>
              </a:defRPr>
            </a:pPr>
            <a:r>
              <a:t>Se cambia el correo de un estudiante.</a:t>
            </a:r>
          </a:p>
          <a:p>
            <a:pPr>
              <a:spcAft>
                <a:spcPts val="1000"/>
              </a:spcAft>
              <a:defRPr sz="1500" b="0">
                <a:solidFill>
                  <a:srgbClr val="192332"/>
                </a:solidFill>
              </a:defRPr>
            </a:pPr>
            <a:r>
              <a:t>Se cambia la especialidad de un docente.</a:t>
            </a:r>
          </a:p>
          <a:p>
            <a:pPr>
              <a:spcAft>
                <a:spcPts val="1000"/>
              </a:spcAft>
              <a:defRPr sz="1500" b="0">
                <a:solidFill>
                  <a:srgbClr val="192332"/>
                </a:solidFill>
              </a:defRPr>
            </a:pPr>
            <a:r>
              <a:t>Se cambian las horas semanales de un curso.</a:t>
            </a:r>
          </a:p>
          <a:p>
            <a:pPr>
              <a:spcAft>
                <a:spcPts val="1000"/>
              </a:spcAft>
              <a:defRPr sz="1500" b="0">
                <a:solidFill>
                  <a:srgbClr val="192332"/>
                </a:solidFill>
              </a:defRPr>
            </a:pPr>
            <a:r>
              <a:t>Toda modificación registra modificado_el.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7. Borrado lógico y borrado físico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Borrado lógico: el registro permanece almacenado, pero se marca como inactivo.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Se utiliza estado = 0 y borrado_el = SYSDATETIME().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Borrado físico: el registro desaparece realmente de la tabla mediante DELETE.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El laboratorio exige realizar ambos tipos de eliminación sobre registros diferentes.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10424160" cy="205740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16052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-- Borrado lógico</a:t>
            </a:r>
            <a:br/>
            <a:r>
              <a:t>UPDATE ESTUDIANTE</a:t>
            </a:r>
            <a:br/>
            <a:r>
              <a:t>SET estado = 0,</a:t>
            </a:r>
            <a:br/>
            <a:r>
              <a:t>    borrado_el = SYSDATETIME()</a:t>
            </a:r>
            <a:br/>
            <a:r>
              <a:t>WHERE id_estudiante = 2;</a:t>
            </a:r>
            <a:br/>
            <a:br/>
            <a:r>
              <a:t>-- Borrado físico</a:t>
            </a:r>
            <a:br/>
            <a:r>
              <a:t>DELETE FROM ESTUDIANTE</a:t>
            </a:r>
            <a:br/>
            <a:r>
              <a:t>WHERE id_estudiante = 8;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8. Git, GitHub, rama y commits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Cada estudiante trabaja en una rama propia con el formato alumno/apellido-nombre.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El laboratorio exige avances separados en Git y no realizar todo en un solo commit.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Avance 1: base de datos y tablas con IDENTITY.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Avance 2: campos adicionales y auditoría.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Avance 3: inserción y verificación de datos.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Avance 4: actualización y eliminación de registros.</a:t>
            </a:r>
          </a:p>
          <a:p>
            <a:pPr>
              <a:spcAft>
                <a:spcPts val="1000"/>
              </a:spcAft>
              <a:defRPr sz="1600" b="0">
                <a:solidFill>
                  <a:srgbClr val="192332"/>
                </a:solidFill>
              </a:defRPr>
            </a:pPr>
            <a:r>
              <a:t>Entrega final: commit y push del Laboratorio 01.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24160" cy="594360"/>
          </a:xfrm>
          <a:prstGeom prst="roundRect">
            <a:avLst/>
          </a:prstGeom>
          <a:solidFill>
            <a:srgbClr val="1E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7150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git log --oneline</a:t>
            </a:r>
            <a:br/>
            <a:r>
              <a:t>git push origin alumno/apellido-nombre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t>9. Resultado final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Se creó una base de datos académica en SQL Server con las tablas ESTUDIANTE, DOCENTE y CURSO.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Se implementaron IDENTITY(1,1), ALTER TABLE y campos de auditoría.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Se realizaron INSERT, UPDATE, borrado lógico, DELETE físico y SELECT de verificación.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Se organizó el trabajo mediante Git/GitHub, una rama personal y commits por avances.</a:t>
            </a:r>
          </a:p>
          <a:p>
            <a:pPr>
              <a:spcAft>
                <a:spcPts val="1000"/>
              </a:spcAft>
              <a:defRPr sz="1800" b="0">
                <a:solidFill>
                  <a:srgbClr val="192332"/>
                </a:solidFill>
              </a:defRPr>
            </a:pPr>
            <a:r>
              <a:t>Conclusión: el laboratorio permitió integrar administración de datos en SQL Server con control de versiones.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10424160" cy="777240"/>
          </a:xfrm>
          <a:prstGeom prst="round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52303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2369AA"/>
                </a:solidFill>
              </a:defRPr>
            </a:pPr>
            <a:r>
              <a:t>Presentación final – Laboratorio 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8288"/>
          </a:xfrm>
          <a:prstGeom prst="rect">
            <a:avLst/>
          </a:prstGeom>
          <a:solidFill>
            <a:srgbClr val="E1E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Office PowerPoint</Application>
  <PresentationFormat>Panorámica</PresentationFormat>
  <Paragraphs>70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CESAR</dc:creator>
  <cp:keywords/>
  <dc:description>generated using python-pptx</dc:description>
  <cp:lastModifiedBy>CESAR ANTONY ESCALANTE SILVA</cp:lastModifiedBy>
  <cp:revision>1</cp:revision>
  <dcterms:created xsi:type="dcterms:W3CDTF">2013-01-27T09:14:16Z</dcterms:created>
  <dcterms:modified xsi:type="dcterms:W3CDTF">2026-09-27T04:55:43Z</dcterms:modified>
  <cp:category/>
</cp:coreProperties>
</file>